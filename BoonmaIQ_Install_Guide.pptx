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BoonmaIQ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126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EA4"/>
                </a:solidFill>
              </a:rPr>
              <a:t>PART FINDER  -  STAFF INSTALLATION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143000"/>
            <a:ext cx="3794760" cy="53492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261872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4F8"/>
                </a:solidFill>
              </a:rPr>
              <a:t>Scan to open the app</a:t>
            </a:r>
          </a:p>
        </p:txBody>
      </p:sp>
      <p:pic>
        <p:nvPicPr>
          <p:cNvPr id="8" name="Picture 7" descr="qr_boonm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91640"/>
            <a:ext cx="2880360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66344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warehouseiq-m1ra.vercel.app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01091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48EA4"/>
                </a:solidFill>
              </a:rPr>
              <a:t>Or type the address above in your phone's 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3703320" cy="5349240"/>
          </a:xfrm>
          <a:prstGeom prst="rect">
            <a:avLst/>
          </a:prstGeom>
          <a:solidFill>
            <a:srgbClr val="13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6187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4F8"/>
                </a:solidFill>
              </a:rPr>
              <a:t>iPhone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19072"/>
            <a:ext cx="3703320" cy="27432"/>
          </a:xfrm>
          <a:prstGeom prst="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184708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810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Open Safari (must be Safari, not Chrome)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" y="230428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267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Type in the web address shown on the right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" y="276148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7249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Tap the Share button - the box with arrow pointing up at the bottom of the screen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" y="33375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3009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Scroll down and tap  Add to Home Screen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" y="37947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7581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Tap  Add  in the top right corner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2793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8EA4"/>
                </a:solidFill>
              </a:rPr>
              <a:t>The BoonmaIQ icon will appear on your home screen like any other app.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1143000"/>
            <a:ext cx="3657600" cy="5349240"/>
          </a:xfrm>
          <a:prstGeom prst="rect">
            <a:avLst/>
          </a:prstGeom>
          <a:solidFill>
            <a:srgbClr val="13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26187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4F8"/>
                </a:solidFill>
              </a:rPr>
              <a:t>Android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1719072"/>
            <a:ext cx="3657600" cy="27432"/>
          </a:xfrm>
          <a:prstGeom prst="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07408" y="184708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810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Open Chrome</a:t>
            </a:r>
          </a:p>
        </p:txBody>
      </p:sp>
      <p:sp>
        <p:nvSpPr>
          <p:cNvPr id="30" name="Oval 29"/>
          <p:cNvSpPr/>
          <p:nvPr/>
        </p:nvSpPr>
        <p:spPr>
          <a:xfrm>
            <a:off x="4407408" y="230428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267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Type in the web address shown on the right</a:t>
            </a:r>
          </a:p>
        </p:txBody>
      </p:sp>
      <p:sp>
        <p:nvSpPr>
          <p:cNvPr id="32" name="Oval 31"/>
          <p:cNvSpPr/>
          <p:nvPr/>
        </p:nvSpPr>
        <p:spPr>
          <a:xfrm>
            <a:off x="4407408" y="276148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7249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Tap the three dots in the top-right corner of Chrome</a:t>
            </a:r>
          </a:p>
        </p:txBody>
      </p:sp>
      <p:sp>
        <p:nvSpPr>
          <p:cNvPr id="34" name="Oval 33"/>
          <p:cNvSpPr/>
          <p:nvPr/>
        </p:nvSpPr>
        <p:spPr>
          <a:xfrm>
            <a:off x="4407408" y="321868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31821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Tap  Add to Home screen</a:t>
            </a:r>
          </a:p>
        </p:txBody>
      </p:sp>
      <p:sp>
        <p:nvSpPr>
          <p:cNvPr id="36" name="Oval 35"/>
          <p:cNvSpPr/>
          <p:nvPr/>
        </p:nvSpPr>
        <p:spPr>
          <a:xfrm>
            <a:off x="4407408" y="367588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63931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CE8"/>
                </a:solidFill>
              </a:rPr>
              <a:t>Tap  Add  to confirm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1605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8EA4"/>
                </a:solidFill>
              </a:rPr>
              <a:t>The BoonmaIQ icon will appear on your home screen like any other app.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A4060"/>
                </a:solidFill>
              </a:rPr>
              <a:t>Works on any phone  -  No App Store required  -  Add to home screen for the best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32F5A835300147B937734C5D0DFCA8" ma:contentTypeVersion="13" ma:contentTypeDescription="Create a new document." ma:contentTypeScope="" ma:versionID="a0b7a4bc9c157c67d9f26797c169a632">
  <xsd:schema xmlns:xsd="http://www.w3.org/2001/XMLSchema" xmlns:xs="http://www.w3.org/2001/XMLSchema" xmlns:p="http://schemas.microsoft.com/office/2006/metadata/properties" xmlns:ns2="1cc8db86-3f08-476e-8127-aab6226938f7" xmlns:ns3="269cd310-eef3-4449-96e3-c105153dd1b0" targetNamespace="http://schemas.microsoft.com/office/2006/metadata/properties" ma:root="true" ma:fieldsID="a9405685167bf5fed03ea62d2f48ddcb" ns2:_="" ns3:_="">
    <xsd:import namespace="1cc8db86-3f08-476e-8127-aab6226938f7"/>
    <xsd:import namespace="269cd310-eef3-4449-96e3-c105153dd1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8db86-3f08-476e-8127-aab6226938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9e45c82-18e5-4155-ad7e-46adb5c0dd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cd310-eef3-4449-96e3-c105153dd1b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d0fb4d0-9240-415f-8b29-6f8e772ec5a9}" ma:internalName="TaxCatchAll" ma:showField="CatchAllData" ma:web="269cd310-eef3-4449-96e3-c105153dd1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69cd310-eef3-4449-96e3-c105153dd1b0" xsi:nil="true"/>
    <lcf76f155ced4ddcb4097134ff3c332f xmlns="1cc8db86-3f08-476e-8127-aab6226938f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1BF241-5C3F-40D1-AB2A-67D3350E8000}"/>
</file>

<file path=customXml/itemProps2.xml><?xml version="1.0" encoding="utf-8"?>
<ds:datastoreItem xmlns:ds="http://schemas.openxmlformats.org/officeDocument/2006/customXml" ds:itemID="{EE688177-AA39-4B90-A8B5-1DC84C831560}"/>
</file>

<file path=customXml/itemProps3.xml><?xml version="1.0" encoding="utf-8"?>
<ds:datastoreItem xmlns:ds="http://schemas.openxmlformats.org/officeDocument/2006/customXml" ds:itemID="{61373913-E69C-449F-B560-5DAC39F8649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0x0101007832F5A835300147B937734C5D0DFCA8</vt:lpwstr>
  </property>
</Properties>
</file>